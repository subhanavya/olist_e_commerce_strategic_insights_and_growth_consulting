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Olist E-Commerce — Strategic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recommendations &amp;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752735" cy="41123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Key takeaways:</a:t>
            </a:r>
            <a:endParaRPr lang="en-IN" dirty="0"/>
          </a:p>
          <a:p>
            <a:r>
              <a:rPr dirty="0"/>
              <a:t> Revenue exhibits a strong upward trend, but month-to-month growth is volatile (seasonality &amp; spikes).</a:t>
            </a:r>
            <a:endParaRPr lang="en-IN" dirty="0"/>
          </a:p>
          <a:p>
            <a:r>
              <a:rPr dirty="0"/>
              <a:t> Customer retention declines sharply after the first purchase</a:t>
            </a:r>
            <a:r>
              <a:rPr lang="en-IN" dirty="0"/>
              <a:t>, with </a:t>
            </a:r>
            <a:r>
              <a:rPr dirty="0"/>
              <a:t>high acquisition dependency.</a:t>
            </a:r>
            <a:endParaRPr lang="en-IN" dirty="0"/>
          </a:p>
          <a:p>
            <a:r>
              <a:rPr dirty="0"/>
              <a:t> Top product categories contribute the majority of revenue (concentration risk).</a:t>
            </a:r>
            <a:endParaRPr lang="en-IN" dirty="0"/>
          </a:p>
          <a:p>
            <a:r>
              <a:rPr dirty="0"/>
              <a:t> Delivery delays directly correlate with negative reviews</a:t>
            </a:r>
            <a:r>
              <a:rPr lang="en-IN" dirty="0"/>
              <a:t>. Logistics</a:t>
            </a:r>
            <a:r>
              <a:rPr dirty="0"/>
              <a:t> is </a:t>
            </a:r>
            <a:r>
              <a:rPr lang="en-IN" dirty="0"/>
              <a:t>the </a:t>
            </a:r>
            <a:r>
              <a:rPr dirty="0"/>
              <a:t>top lever for NPS improvement.</a:t>
            </a:r>
            <a:endParaRPr lang="en-IN" dirty="0"/>
          </a:p>
          <a:p>
            <a:r>
              <a:rPr dirty="0"/>
              <a:t> Payments dominated by a single method (credit card)</a:t>
            </a:r>
            <a:r>
              <a:rPr lang="en-IN" dirty="0"/>
              <a:t>, </a:t>
            </a:r>
            <a:r>
              <a:rPr dirty="0"/>
              <a:t>diversify payments to improve reach &amp;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Olist seeks sustainable revenue growth while improving customer lifetime value and operational excellence.</a:t>
            </a:r>
          </a:p>
          <a:p>
            <a:r>
              <a:t>Key asks: Improve retention, diversify revenue, reduce negative reviews from delivery issues, and expand payment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Approach (Consulting Methodology)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845" y="205739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1) Data ingestion &amp; validation</a:t>
            </a:r>
          </a:p>
          <a:p>
            <a:pPr marL="0" indent="0">
              <a:buNone/>
            </a:pPr>
            <a:r>
              <a:rPr dirty="0"/>
              <a:t>2) Descriptive analytics (KPIs, cohorts, categories)</a:t>
            </a:r>
          </a:p>
          <a:p>
            <a:pPr marL="0" indent="0">
              <a:buNone/>
            </a:pPr>
            <a:r>
              <a:rPr dirty="0"/>
              <a:t>3) Diagnostic analysis (delivery vs satisfaction)</a:t>
            </a:r>
          </a:p>
          <a:p>
            <a:pPr marL="0" indent="0">
              <a:buNone/>
            </a:pPr>
            <a:r>
              <a:rPr dirty="0"/>
              <a:t>4) Strategic recommendations &amp; implementation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-52603"/>
            <a:ext cx="8229600" cy="1143000"/>
          </a:xfrm>
        </p:spPr>
        <p:txBody>
          <a:bodyPr/>
          <a:lstStyle/>
          <a:p>
            <a:r>
              <a:rPr dirty="0"/>
              <a:t>Revenue Trend</a:t>
            </a:r>
          </a:p>
        </p:txBody>
      </p:sp>
      <p:pic>
        <p:nvPicPr>
          <p:cNvPr id="3" name="Picture 2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926198"/>
            <a:ext cx="863567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842" y="4183501"/>
            <a:ext cx="86356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lang="en-IN" sz="3200" dirty="0"/>
              <a:t>Analysis : </a:t>
            </a:r>
          </a:p>
          <a:p>
            <a:pPr algn="l">
              <a:defRPr sz="1200"/>
            </a:pPr>
            <a:r>
              <a:rPr sz="3200" dirty="0"/>
              <a:t>Revenue shows steady long-term growth with clear seasonal spikes (holiday peaks). Action: Smooth seasonality with off-peak demand programs and subscription offerings.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 % (MoM)</a:t>
            </a:r>
          </a:p>
        </p:txBody>
      </p:sp>
      <p:pic>
        <p:nvPicPr>
          <p:cNvPr id="3" name="Picture 2" descr="revenue_growth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1121581"/>
            <a:ext cx="859339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574" y="4720188"/>
            <a:ext cx="89768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3200" dirty="0"/>
              <a:t>Growth % is volatile; months of strong growth follow by shallow months. Action: Focus on retention &amp; continuous promotions to stabilize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Revenue &amp; Orders</a:t>
            </a:r>
          </a:p>
        </p:txBody>
      </p:sp>
      <p:pic>
        <p:nvPicPr>
          <p:cNvPr id="3" name="Picture 2" descr="revenue_orders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1417638"/>
            <a:ext cx="7032031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387" y="4793010"/>
            <a:ext cx="88736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3200" dirty="0"/>
              <a:t>Revenue and order counts move together; however, revenue per order can vary. Action: Upsell &amp; cross-sell to increase AOV and revenue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Average Order Value (AOV)</a:t>
            </a:r>
          </a:p>
        </p:txBody>
      </p:sp>
      <p:pic>
        <p:nvPicPr>
          <p:cNvPr id="3" name="Picture 2" descr="ao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1" y="1280160"/>
            <a:ext cx="7984777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3817" y="5041983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3200" dirty="0"/>
              <a:t>AOV is relatively stable. Driving AOV via bundles and recommendations increases short-term revenue without additional CAC.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154"/>
            <a:ext cx="8229600" cy="1143000"/>
          </a:xfrm>
        </p:spPr>
        <p:txBody>
          <a:bodyPr/>
          <a:lstStyle/>
          <a:p>
            <a:r>
              <a:rPr dirty="0"/>
              <a:t>Payment Mix</a:t>
            </a:r>
          </a:p>
        </p:txBody>
      </p:sp>
      <p:pic>
        <p:nvPicPr>
          <p:cNvPr id="3" name="Picture 2" descr="pay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2" y="1781604"/>
            <a:ext cx="7410327" cy="45602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97111" y="4712603"/>
            <a:ext cx="2468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2000" dirty="0"/>
              <a:t>High dependency on credit: consider PIX, wallets, BNPL to broaden access and reduce single-channel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Categories by Revenue</a:t>
            </a:r>
          </a:p>
        </p:txBody>
      </p:sp>
      <p:pic>
        <p:nvPicPr>
          <p:cNvPr id="3" name="Picture 2" descr="top10_categorie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943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493" y="4937442"/>
            <a:ext cx="87516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3200" dirty="0"/>
              <a:t>Top categories account for </a:t>
            </a:r>
            <a:r>
              <a:rPr lang="en-IN" sz="3200" dirty="0"/>
              <a:t>the </a:t>
            </a:r>
            <a:r>
              <a:rPr sz="3200" dirty="0"/>
              <a:t>majority of revenue</a:t>
            </a:r>
            <a:r>
              <a:rPr lang="en-IN" sz="3200" dirty="0"/>
              <a:t>,</a:t>
            </a:r>
            <a:r>
              <a:rPr sz="3200" dirty="0"/>
              <a:t> diversify category mix and onboard sellers in long-tail categories to reduce concentration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Cohort Retention Heatmap</a:t>
            </a:r>
          </a:p>
        </p:txBody>
      </p:sp>
      <p:pic>
        <p:nvPicPr>
          <p:cNvPr id="3" name="Picture 2" descr="cohort_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58" y="1280160"/>
            <a:ext cx="8220259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2377" y="4937760"/>
            <a:ext cx="89316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3200" dirty="0"/>
              <a:t>Retention drops quickly after first purchase. Implement onboarding, next-purchase incentives and personalized re-engagement to lift repeat rates.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55" y="141151"/>
            <a:ext cx="8775290" cy="1143000"/>
          </a:xfrm>
        </p:spPr>
        <p:txBody>
          <a:bodyPr/>
          <a:lstStyle/>
          <a:p>
            <a:r>
              <a:rPr dirty="0"/>
              <a:t>Delivery Delays vs Customer Ratings</a:t>
            </a:r>
          </a:p>
        </p:txBody>
      </p:sp>
      <p:pic>
        <p:nvPicPr>
          <p:cNvPr id="3" name="Picture 2" descr="delivery_delay_vs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7" y="1500851"/>
            <a:ext cx="7297502" cy="38675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4297" y="5158452"/>
            <a:ext cx="97142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rPr sz="3200" dirty="0"/>
              <a:t>Longer delivery delays heavily skew negative ratings. Invest in last-mile SLAs, partnerships, and tracking to reduce negative reviews and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State (Top 15)</a:t>
            </a:r>
          </a:p>
        </p:txBody>
      </p:sp>
      <p:pic>
        <p:nvPicPr>
          <p:cNvPr id="3" name="Picture 2" descr="revenue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943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46304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Revenue concentration by state shows regional strengths. Use targeted logistics &amp; marketing investments in high-potential regions.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(By Segment)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264" y="2005780"/>
            <a:ext cx="7123471" cy="3255144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Customer: Launch loyalty program (tiered rewards), personalized re-marketing, onboarding sequence for new customers.</a:t>
            </a:r>
          </a:p>
          <a:p>
            <a:r>
              <a:rPr dirty="0"/>
              <a:t>Category: Incentivize seller acquisition in long-tail categories; curated bundles &amp; category-specific promotions.</a:t>
            </a:r>
          </a:p>
          <a:p>
            <a:r>
              <a:rPr dirty="0"/>
              <a:t>Logistics: Regional last-mile pilots, SLA-based carrier selection, delivery tracking &amp; customer communication.</a:t>
            </a:r>
          </a:p>
          <a:p>
            <a:r>
              <a:rPr dirty="0"/>
              <a:t>Payments: Integrate local payment methods (Pix), wallets, and BNPL to increase conversion &amp; cashflow options.</a:t>
            </a:r>
          </a:p>
          <a:p>
            <a:r>
              <a:rPr dirty="0"/>
              <a:t>Operations: Improve cancellation &amp; refund workflows, reduce failed deliveries via address validation &amp; pickup points.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1826" y="1993157"/>
            <a:ext cx="6720348" cy="2871686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Phase 1 (0-3 months): Retention campaigns, payments integration pilots, delivery KPI dashboard.</a:t>
            </a:r>
          </a:p>
          <a:p>
            <a:r>
              <a:rPr dirty="0"/>
              <a:t>Phase 2 (3-6 months): Seller onboarding in priority categories, logistics partner pilots, BNPL pilot.</a:t>
            </a:r>
          </a:p>
          <a:p>
            <a:r>
              <a:rPr dirty="0"/>
              <a:t>Phase 3 (6-12 months): Scale category diversification, platform-level loyalty, automate dispute resolution.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Impact (Conservative Estimates)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4897" y="2212258"/>
            <a:ext cx="6494206" cy="304866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Repeat rate +15-20% with targeted retention &amp; loyalty.</a:t>
            </a:r>
          </a:p>
          <a:p>
            <a:r>
              <a:rPr dirty="0"/>
              <a:t>Revenue +10-12% from category diversification and AOV initiatives.</a:t>
            </a:r>
          </a:p>
          <a:p>
            <a:r>
              <a:rPr dirty="0"/>
              <a:t>Negative reviews -30% via delivery SLA improvements.</a:t>
            </a:r>
          </a:p>
          <a:p>
            <a:r>
              <a:rPr dirty="0"/>
              <a:t>Improved conversion via payment diversification (est. +3-5%).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-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171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Charts included in appendix (see slides):</a:t>
            </a:r>
            <a:endParaRPr lang="en-IN" dirty="0"/>
          </a:p>
          <a:p>
            <a:r>
              <a:rPr dirty="0" err="1"/>
              <a:t>revenue_trend</a:t>
            </a:r>
            <a:endParaRPr dirty="0"/>
          </a:p>
          <a:p>
            <a:r>
              <a:rPr dirty="0" err="1"/>
              <a:t>revenue_growth_pct</a:t>
            </a:r>
            <a:endParaRPr dirty="0"/>
          </a:p>
          <a:p>
            <a:r>
              <a:rPr dirty="0" err="1"/>
              <a:t>revenue_orders_dual</a:t>
            </a:r>
            <a:endParaRPr lang="en-IN" dirty="0"/>
          </a:p>
          <a:p>
            <a:r>
              <a:rPr dirty="0" err="1"/>
              <a:t>aov_trend</a:t>
            </a:r>
            <a:endParaRPr dirty="0"/>
          </a:p>
          <a:p>
            <a:r>
              <a:rPr dirty="0" err="1"/>
              <a:t>payment_distribution</a:t>
            </a:r>
            <a:endParaRPr dirty="0"/>
          </a:p>
          <a:p>
            <a:r>
              <a:rPr dirty="0"/>
              <a:t>top10_categories_revenue</a:t>
            </a:r>
          </a:p>
          <a:p>
            <a:r>
              <a:rPr dirty="0" err="1"/>
              <a:t>cohort_retention_heatmap</a:t>
            </a:r>
            <a:endParaRPr dirty="0"/>
          </a:p>
          <a:p>
            <a:r>
              <a:rPr dirty="0" err="1"/>
              <a:t>delivery_delay_vs_reviews</a:t>
            </a:r>
            <a:endParaRPr dirty="0"/>
          </a:p>
          <a:p>
            <a:r>
              <a:rPr dirty="0" err="1"/>
              <a:t>revenue_by_state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663</Words>
  <Application>Microsoft Office PowerPoint</Application>
  <PresentationFormat>On-screen Show (4:3)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Olist E-Commerce — Strategic Analysis</vt:lpstr>
      <vt:lpstr>Executive Summary</vt:lpstr>
      <vt:lpstr>Client Challenge</vt:lpstr>
      <vt:lpstr>Project Approach (Consulting Methodology)</vt:lpstr>
      <vt:lpstr>Revenue Trend</vt:lpstr>
      <vt:lpstr>Revenue Growth % (MoM)</vt:lpstr>
      <vt:lpstr>Revenue &amp; Orders</vt:lpstr>
      <vt:lpstr>Average Order Value (AOV)</vt:lpstr>
      <vt:lpstr>Payment Mix</vt:lpstr>
      <vt:lpstr>Top Categories by Revenue</vt:lpstr>
      <vt:lpstr>Cohort Retention Heatmap</vt:lpstr>
      <vt:lpstr>Delivery Delays vs Customer Ratings</vt:lpstr>
      <vt:lpstr>Revenue by State (Top 15)</vt:lpstr>
      <vt:lpstr>Strategic Recommendations (By Segment)</vt:lpstr>
      <vt:lpstr>Implementation Roadmap</vt:lpstr>
      <vt:lpstr>Projected Impact (Conservative Estimates)</vt:lpstr>
      <vt:lpstr>Appendix - Charts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Subha's Ideapad</cp:lastModifiedBy>
  <cp:revision>2</cp:revision>
  <dcterms:created xsi:type="dcterms:W3CDTF">2013-01-27T09:14:16Z</dcterms:created>
  <dcterms:modified xsi:type="dcterms:W3CDTF">2025-08-23T21:35:28Z</dcterms:modified>
  <cp:category/>
</cp:coreProperties>
</file>